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d77164535f41ef" /><Relationship Type="http://schemas.openxmlformats.org/officeDocument/2006/relationships/extended-properties" Target="/docProps/app.xml" Id="R00222f2fba004a69" /><Relationship Type="http://schemas.openxmlformats.org/officeDocument/2006/relationships/officeDocument" Target="/ppt/presentation.xml" Id="R9474e51e4dba48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bbd3e06ac74b0f"/>
  </p:sldMasterIdLst>
  <p:notesMasterIdLst>
    <p:notesMasterId xmlns:r="http://schemas.openxmlformats.org/officeDocument/2006/relationships" r:id="R90065af3cac845a0"/>
  </p:notesMasterIdLst>
  <p:sldIdLst>
    <p:sldId xmlns:r="http://schemas.openxmlformats.org/officeDocument/2006/relationships" id="256" r:id="R2528778545f649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f41c1421ff4fc2" /><Relationship Type="http://schemas.openxmlformats.org/officeDocument/2006/relationships/slideMaster" Target="/ppt/slideMasters/slideMaster1.xml" Id="Rc8bbd3e06ac74b0f" /><Relationship Type="http://schemas.openxmlformats.org/officeDocument/2006/relationships/notesMaster" Target="/ppt/notesMasters/notesMaster1.xml" Id="R90065af3cac845a0" /><Relationship Type="http://schemas.openxmlformats.org/officeDocument/2006/relationships/presProps" Target="/ppt/presProps.xml" Id="Rd453e3eb57d5413c" /><Relationship Type="http://schemas.openxmlformats.org/officeDocument/2006/relationships/tableStyles" Target="/ppt/tableStyles.xml" Id="R4842815c39874f9e" /><Relationship Type="http://schemas.openxmlformats.org/officeDocument/2006/relationships/slide" Target="/ppt/slides/slide1.xml" Id="R2528778545f649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906a8bbfed46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aeaffad1fe4b61" /><Relationship Type="http://schemas.openxmlformats.org/officeDocument/2006/relationships/notesMaster" Target="/ppt/notesMasters/notesMaster1.xml" Id="R525a6adf18de44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задано пользователем. Документ: ChatGPT_Edu_лимиты.docx. Не включены неподтвержденные нормы генерации изображений.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b91bbcdbc4c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dabbd1aa2842dc" /><Relationship Type="http://schemas.openxmlformats.org/officeDocument/2006/relationships/slideLayout" Target="/ppt/slideLayouts/slideLayout1.xml" Id="R392d7a6e003d4f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2d7a6e003d4f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c08b338024e6c" /><Relationship Type="http://schemas.openxmlformats.org/officeDocument/2006/relationships/notesSlide" Target="/ppt/notesSlides/notesSlide1.xml" Id="Rc6d70eccd1a144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DF8AD-4C4E-4F89-9159-D68D2F6C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B"/>
                </a:solidFill>
                <a:latin typeface="Arial"/>
                <a:ea typeface="Arial"/>
                <a:cs typeface="Arial"/>
              </a:rPr>
              <a:t>ChatGPT Edu: лимиты и готовые файлы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CB913-F2C5-469D-AE5B-91AE372C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1277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Расход ресурса зависит от модели, объёма и сложности работы — не только от числа запросов.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1534B-010C-4A85-8CC8-45376B45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562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36106-E3AC-423D-B4DE-EAC23CCB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56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0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3356B-4C3E-401B-9D4E-43B34F20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1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8B"/>
                </a:solidFill>
                <a:latin typeface="Arial"/>
                <a:ea typeface="Arial"/>
                <a:cs typeface="Arial"/>
              </a:rPr>
              <a:t>1. Проверьте лимит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F7375-CE01-407E-9CEC-E8110E7B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5181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Профиль → Настройки → Использование, если раздел доступен.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Проверьте остаток и время сброса.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Новый чат не восстанавливает лимит.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15FEB-6184-4E35-A3AC-D82BCE90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5900"/>
            <a:ext cx="5562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3533B-2463-487E-B5FF-409FFAF8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5900"/>
            <a:ext cx="556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C467C-4976-4F1B-A394-7B8635CC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2877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1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8B"/>
                </a:solidFill>
                <a:latin typeface="Arial"/>
                <a:ea typeface="Arial"/>
                <a:cs typeface="Arial"/>
              </a:rPr>
              <a:t>2. Задайте понятный запрос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16F66-150D-472E-A2C6-A03E9131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0725"/>
            <a:ext cx="5181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Что создать → для кого → язык → источники → объём → формат.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Прикрепите только нужные материалы.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24F9A-DAF4-4EC0-B0ED-00BCE57C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5562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74914-326F-48A4-94E4-3F7EFC5D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556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0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1EE33-8253-4C78-A444-F54AEA6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1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8B"/>
                </a:solidFill>
                <a:latin typeface="Arial"/>
                <a:ea typeface="Arial"/>
                <a:cs typeface="Arial"/>
              </a:rPr>
              <a:t>3. Закажите готовый файл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BC66B-6455-455A-8C4E-87B4BB7B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5181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Для готовых файлов используйте Work, если доступен.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DOCX — документ · PPTX — презентация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XLSX — таблица · PDF — печать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Просите редактируемый результат.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1BC74-BD2F-4A43-A4A7-3AC83055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5562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69CDA-2F46-4DCE-8B0C-40B0AB61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556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0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C46BC-9C40-4120-8B31-71539E5C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5757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1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8B"/>
                </a:solidFill>
                <a:latin typeface="Arial"/>
                <a:ea typeface="Arial"/>
                <a:cs typeface="Arial"/>
              </a:rPr>
              <a:t>4. Проверьте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71AB7-89B4-4E19-8255-6087ABEF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9525"/>
            <a:ext cx="5181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Откройте файл: содержание, оформление, редактирование.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Соберите правки в одно сообщение.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Укажите страницу, слайд или ячейку.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5CB9D-22F7-421B-927D-4648924F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77519-C65E-4027-ADD0-1FEB6FA3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0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CC82C-D21D-4F94-9C65-4155814F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089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1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8B"/>
                </a:solidFill>
                <a:latin typeface="Arial"/>
                <a:ea typeface="Arial"/>
                <a:cs typeface="Arial"/>
              </a:rPr>
              <a:t>Пример запроса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1EBB1-64AB-4DCD-AA0C-ED93623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Создай памятку для учителей по приложенному документу: русский язык, 2 страницы, редактируемый DOCX. Проверь факты и оформление. Предоставь готовый файл.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410D36-AD24-4F12-ABBA-78408B91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Точные лимиты и доступные функции проверяйте в своём аккаунте.</a:t>
            </a:r>
          </a:p>
        </p:txBody>
      </p:sp>
    </p:spTree>
    <p:extLst>
      <p:ext uri="{BB962C8B-B14F-4D97-AF65-F5344CB8AC3E}">
        <p14:creationId xmlns:p14="http://schemas.microsoft.com/office/powerpoint/2010/main" val="1168708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2026-10-05T07:43:04.0820000Z</dcterms:created>
  <dcterms:modified xsi:type="dcterms:W3CDTF">2026-10-05T07:43:04.0820000Z</dcterms:modified>
</coreProperties>
</file>