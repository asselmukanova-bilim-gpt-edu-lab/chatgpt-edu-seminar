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a491c612004965" /><Relationship Type="http://schemas.openxmlformats.org/officeDocument/2006/relationships/extended-properties" Target="/docProps/app.xml" Id="R25a3c522e12547f4" /><Relationship Type="http://schemas.openxmlformats.org/officeDocument/2006/relationships/officeDocument" Target="/ppt/presentation.xml" Id="R895d09b64da9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814e75b3e4766"/>
  </p:sldMasterIdLst>
  <p:notesMasterIdLst>
    <p:notesMasterId xmlns:r="http://schemas.openxmlformats.org/officeDocument/2006/relationships" r:id="Re3fbb67bdc30455d"/>
  </p:notesMasterIdLst>
  <p:sldIdLst>
    <p:sldId xmlns:r="http://schemas.openxmlformats.org/officeDocument/2006/relationships" id="256" r:id="R3757065509ad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7b84b56934353" /><Relationship Type="http://schemas.openxmlformats.org/officeDocument/2006/relationships/slideMaster" Target="/ppt/slideMasters/slideMaster1.xml" Id="R0b9814e75b3e4766" /><Relationship Type="http://schemas.openxmlformats.org/officeDocument/2006/relationships/notesMaster" Target="/ppt/notesMasters/notesMaster1.xml" Id="Re3fbb67bdc30455d" /><Relationship Type="http://schemas.openxmlformats.org/officeDocument/2006/relationships/presProps" Target="/ppt/presProps.xml" Id="R69bf044bdf4e48d0" /><Relationship Type="http://schemas.openxmlformats.org/officeDocument/2006/relationships/tableStyles" Target="/ppt/tableStyles.xml" Id="R7ae76d8bc45c4b40" /><Relationship Type="http://schemas.openxmlformats.org/officeDocument/2006/relationships/slide" Target="/ppt/slides/slide1.xml" Id="R3757065509ad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9ec5b923794e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e6f659f8174b8c" /><Relationship Type="http://schemas.openxmlformats.org/officeDocument/2006/relationships/notesMaster" Target="/ppt/notesMasters/notesMaster1.xml" Id="R55719a29b43b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задано пользователем. Документ: ChatGPT_Edu_лимиты.docx. Не включены неподтвержденные нормы генерации изображений.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d76aff2a9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d5e6123aa4717" /><Relationship Type="http://schemas.openxmlformats.org/officeDocument/2006/relationships/slideLayout" Target="/ppt/slideLayouts/slideLayout1.xml" Id="R8a227d63a43a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27d63a43a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d9301704a4769" /><Relationship Type="http://schemas.openxmlformats.org/officeDocument/2006/relationships/notesSlide" Target="/ppt/notesSlides/notesSlide1.xml" Id="Rfbdad152a39844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59427-00EA-44BB-8700-30DA161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B"/>
                </a:solidFill>
                <a:latin typeface="Arial"/>
                <a:ea typeface="Arial"/>
                <a:cs typeface="Arial"/>
              </a:rPr>
              <a:t>ChatGPT Edu: лимиттер және дайын файлдар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BD8D-6EF4-4A9D-A20F-1C1FE37D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1277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Ресурс шығыны сұраулар санына ғана емес, модельге, жұмыс көлемі мен күрделілігіне байланысты.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E0FBF-77EF-4FC1-8E64-E6965ED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562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57E7A-42DD-410C-B47D-EFBC5AEA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9420E-669B-4730-A8C0-AD18492B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1. Лимитті тексеріңіз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7B8C8-750D-486B-B4F9-942CAC3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Профиль → Баптаулар → Пайдалану, егер бөлім қолжетімді болса.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Қалдық пен жаңару уақытын тексеріңіз.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Жаңа чат лимитті қалпына келтірмейді.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7B65D-DBAB-4D54-BBA4-1EB4DE3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55626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D29CB-5B74-4111-B136-0FAE02A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41AD1-CACF-4678-A003-21CC5B31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2. Түсінікті сұрау жазыңыз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F97F9-E1DF-45C9-B155-95300E1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Не жасау → кімге → тіл → дереккөздер → көлем → формат.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Тек қажетті материалдарды тіркеңіз.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3E747-9287-4790-9EB1-EDBB8D77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562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C591F-30CE-4B90-81C5-D285EDD9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375F5-6F45-4F6E-9A58-B6E5D13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3. Дайын файл сұраңыз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2028C-CA68-4F71-94FC-AC03F7EB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Дайын файлдар үшін Work режимін пайдаланыңыз, егер қолжетімді болса.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DOCX — құжат · PPTX — презентация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XLSX — кесте · PDF — басып шығару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Өңдеуге болатын нәтиже сұраңыз.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5474-ADF8-4E87-9C54-C6F26BB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5562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BCA5B-E8ED-4A5C-8FE1-852D5964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556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327DC-0AAA-47F7-AA44-B7A6602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4. Нәтижені тексеріңіз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6AB72-A96E-4D08-8A19-3CF4C94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9525"/>
            <a:ext cx="5181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Файлды ашыңыз: мазмұнын, безендірілуін және өңдеу мүмкіндігін тексеріңіз.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Түзетулерді бір хабарламаға жинаңыз.</a:t>
            </a:r>
          </a:p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Бетті, слайдты немесе ұяшықты көрсетіңіз.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A4B4F-319C-4CFB-A8A6-BC9C3931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1D2F7-7B7D-41BB-80EB-32B4BB08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0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CD48C-2233-4603-9606-7B6CFA7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89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1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8B"/>
                </a:solidFill>
                <a:latin typeface="Arial"/>
                <a:ea typeface="Arial"/>
                <a:cs typeface="Arial"/>
              </a:rPr>
              <a:t>Сұрау мысалы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1EB8F-6DB0-4F3E-8103-6C67F1DB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B"/>
                </a:solidFill>
                <a:latin typeface="Arial"/>
                <a:ea typeface="Arial"/>
                <a:cs typeface="Arial"/>
              </a:rPr>
              <a:t>Тіркелген құжат бойынша мұғалімдерге арналған жадынама жаса: орыс тілінде, 2 бет, өңдеуге болатын DOCX. Фактілер мен безендіруді тексер. Дайын файлды ұсын.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46EB4-4133-4AD2-BD9D-A963C87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174"/>
                </a:solidFill>
                <a:latin typeface="Arial"/>
                <a:ea typeface="Arial"/>
                <a:cs typeface="Arial"/>
              </a:rPr>
              <a:t>Нақты лимиттер мен қолжетімді функцияларды өз аккаунтыңыздан тексеріңіз.</a:t>
            </a:r>
          </a:p>
        </p:txBody>
      </p:sp>
    </p:spTree>
    <p:extLst>
      <p:ext uri="{BB962C8B-B14F-4D97-AF65-F5344CB8AC3E}">
        <p14:creationId xmlns:p14="http://schemas.microsoft.com/office/powerpoint/2010/main" val="1625510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2026-10-05T07:43:06.2810000Z</dcterms:created>
  <dcterms:modified xsi:type="dcterms:W3CDTF">2026-10-05T07:43:06.2810000Z</dcterms:modified>
</coreProperties>
</file>